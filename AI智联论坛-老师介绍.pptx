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A54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0332720" y="914400"/>
            <a:ext cx="640080" cy="64008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1371600"/>
            <a:ext cx="201168" cy="20116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spc="400" kern="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智联论坛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54864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200" kern="0" dirty="0">
                <a:solidFill>
                  <a:srgbClr val="8A827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学院 AI 协会的社区与治理平台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00" kern="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替代微信群  ·  结构化讨论  ·  协会可治理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6446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学院人工智能协会  ·  项目介绍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66344"/>
            <a:ext cx="1097280" cy="0"/>
          </a:xfrm>
          <a:prstGeom prst="line">
            <a:avLst/>
          </a:prstGeom>
          <a:noFill/>
          <a:ln w="9525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A54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智联论坛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5A54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 ·  我们做了什么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spc="400" kern="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前台社区</a:t>
            </a:r>
            <a:pPr algn="l" indent="0" marL="0">
              <a:buNone/>
            </a:pPr>
            <a:r>
              <a:rPr lang="en-US" sz="6000" b="1" spc="400" kern="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  +  </a:t>
            </a:r>
            <a:pPr algn="l" indent="0" marL="0">
              <a:buNone/>
            </a:pPr>
            <a:r>
              <a:rPr lang="en-US" sz="8000" b="1" spc="400" kern="0" dirty="0">
                <a:solidFill>
                  <a:srgbClr val="D9775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治理后台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8A827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前台学生讨论  ·  后台运营治理  ·  同一套系统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502920" cy="1280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5394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25880" y="4389120"/>
            <a:ext cx="502920" cy="9144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394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forum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4206240"/>
            <a:ext cx="502920" cy="10972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5394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三服务架构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0" y="4572000"/>
            <a:ext cx="36576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4754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身份 / 注册 / 登录 / 资料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5212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forum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5212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板块 / 帖子 / 评论 / 互动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0" y="5669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5669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审核 / 封禁 / 配置 / 统计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66344"/>
            <a:ext cx="1097280" cy="0"/>
          </a:xfrm>
          <a:prstGeom prst="line">
            <a:avLst/>
          </a:prstGeom>
          <a:noFill/>
          <a:ln w="9525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A54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智联论坛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5A54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 ·  怎么做的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spc="400" kern="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技术栈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8A827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四层选型  ·  按业务复杂度匹配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2674620" cy="2286000"/>
          </a:xfrm>
          <a:prstGeom prst="rect">
            <a:avLst/>
          </a:prstGeom>
          <a:solidFill>
            <a:srgbClr val="1A1814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00400"/>
            <a:ext cx="267462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7472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前端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2308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2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Vue 3 + Vite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846320"/>
            <a:ext cx="2308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响应式 / 组件化 / 上手快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14700" y="3200400"/>
            <a:ext cx="2674620" cy="2286000"/>
          </a:xfrm>
          <a:prstGeom prst="rect">
            <a:avLst/>
          </a:prstGeom>
          <a:solidFill>
            <a:srgbClr val="1A1814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4700" y="3200400"/>
            <a:ext cx="267462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7580" y="347472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97580" y="384048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后端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497580" y="4480560"/>
            <a:ext cx="2308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2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 · Gin · 三微服务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97580" y="4846320"/>
            <a:ext cx="2308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编译型 / 并发友好 / 部署简单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3200400"/>
            <a:ext cx="2674620" cy="2286000"/>
          </a:xfrm>
          <a:prstGeom prst="rect">
            <a:avLst/>
          </a:prstGeom>
          <a:solidFill>
            <a:srgbClr val="1A1814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200400"/>
            <a:ext cx="267462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47472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E76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384048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355080" y="4480560"/>
            <a:ext cx="2308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2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PostgreSQL · 三 Schema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4846320"/>
            <a:ext cx="2308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按业务域隔离 / 主权清晰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29700" y="3200400"/>
            <a:ext cx="2674620" cy="2286000"/>
          </a:xfrm>
          <a:prstGeom prst="rect">
            <a:avLst/>
          </a:prstGeom>
          <a:solidFill>
            <a:srgbClr val="1A1814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29700" y="3200400"/>
            <a:ext cx="2674620" cy="54864"/>
          </a:xfrm>
          <a:prstGeom prst="rect">
            <a:avLst/>
          </a:prstGeom>
          <a:solidFill>
            <a:srgbClr val="8A8278"/>
          </a:solidFill>
          <a:ln w="12700">
            <a:solidFill>
              <a:srgbClr val="8A82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2580" y="347472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8A82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12580" y="384048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交付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9212580" y="4480560"/>
            <a:ext cx="2308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2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+ Nginx 网关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12580" y="4846320"/>
            <a:ext cx="2308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环境一致 / 路由收敛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66344"/>
            <a:ext cx="1097280" cy="0"/>
          </a:xfrm>
          <a:prstGeom prst="line">
            <a:avLst/>
          </a:prstGeom>
          <a:noFill/>
          <a:ln w="9525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A54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智联论坛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5A54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 ·  演示场景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spc="400" kern="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全端</a:t>
            </a:r>
            <a:pPr algn="l" indent="0" marL="0">
              <a:buNone/>
            </a:pPr>
            <a:r>
              <a:rPr lang="en-US" sz="8000" b="1" spc="400" kern="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  ·  </a:t>
            </a:r>
            <a:pPr algn="l" indent="0" marL="0">
              <a:buNone/>
            </a:pPr>
            <a:r>
              <a:rPr lang="en-US" sz="8000" b="1" spc="400" kern="0" dirty="0">
                <a:solidFill>
                  <a:srgbClr val="D9775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适配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8A827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响应式布局  ·  PC 与移动端共用同一份 Vue 组件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PC 端三角色登录  ·  移动端社区浏览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44C"/>
                </a:solidFill>
              </a:rPr>
              <a:t>在线访问  </a:t>
            </a:r>
            <a:pPr algn="l"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http://122.51.233.225/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7772400" cy="2286000"/>
          </a:xfrm>
          <a:prstGeom prst="rect">
            <a:avLst/>
          </a:prstGeom>
          <a:solidFill>
            <a:srgbClr val="1A1814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66160"/>
            <a:ext cx="7772400" cy="201168"/>
          </a:xfrm>
          <a:prstGeom prst="rect">
            <a:avLst/>
          </a:prstGeom>
          <a:solidFill>
            <a:srgbClr val="252220"/>
          </a:solidFill>
          <a:ln w="12700">
            <a:solidFill>
              <a:srgbClr val="2522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630168"/>
            <a:ext cx="73152" cy="7315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30168"/>
            <a:ext cx="73152" cy="7315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630168"/>
            <a:ext cx="73152" cy="73152"/>
          </a:xfrm>
          <a:prstGeom prst="ellipse">
            <a:avLst/>
          </a:prstGeom>
          <a:solidFill>
            <a:srgbClr val="8A8278"/>
          </a:solidFill>
          <a:ln w="12700">
            <a:solidFill>
              <a:srgbClr val="8A82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6027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ai-forum.demo  /  login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91640" y="4023360"/>
            <a:ext cx="548640" cy="54864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学生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937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student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60520" y="4023360"/>
            <a:ext cx="548640" cy="54864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协会管理员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4937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29400" y="402336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中台管理员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4937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PC  ·  桌面演示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86800" y="3383280"/>
            <a:ext cx="2103120" cy="2743200"/>
          </a:xfrm>
          <a:prstGeom prst="roundRect">
            <a:avLst>
              <a:gd name="adj" fmla="val 7826"/>
            </a:avLst>
          </a:prstGeom>
          <a:solidFill>
            <a:srgbClr val="1A1814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3611880"/>
            <a:ext cx="1828800" cy="2286000"/>
          </a:xfrm>
          <a:prstGeom prst="rect">
            <a:avLst/>
          </a:prstGeom>
          <a:solidFill>
            <a:srgbClr val="252220"/>
          </a:solidFill>
          <a:ln w="12700">
            <a:solidFill>
              <a:srgbClr val="2522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64040" y="3447288"/>
            <a:ext cx="548640" cy="36576"/>
          </a:xfrm>
          <a:prstGeom prst="rect">
            <a:avLst/>
          </a:prstGeom>
          <a:solidFill>
            <a:srgbClr val="5A544C"/>
          </a:solidFill>
          <a:ln w="12700">
            <a:solidFill>
              <a:srgbClr val="5A54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15400" y="3794760"/>
            <a:ext cx="1645920" cy="384048"/>
          </a:xfrm>
          <a:prstGeom prst="rect">
            <a:avLst/>
          </a:prstGeom>
          <a:solidFill>
            <a:srgbClr val="0F0E0C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79408" y="3886200"/>
            <a:ext cx="182880" cy="1828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35440" y="3886200"/>
            <a:ext cx="914400" cy="45720"/>
          </a:xfrm>
          <a:prstGeom prst="rect">
            <a:avLst/>
          </a:prstGeom>
          <a:solidFill>
            <a:srgbClr val="8A8278"/>
          </a:solidFill>
          <a:ln w="12700">
            <a:solidFill>
              <a:srgbClr val="8A82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35440" y="3995928"/>
            <a:ext cx="640080" cy="36576"/>
          </a:xfrm>
          <a:prstGeom prst="rect">
            <a:avLst/>
          </a:prstGeom>
          <a:solidFill>
            <a:srgbClr val="5A544C"/>
          </a:solidFill>
          <a:ln w="12700">
            <a:solidFill>
              <a:srgbClr val="5A54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5400" y="4251960"/>
            <a:ext cx="1645920" cy="384048"/>
          </a:xfrm>
          <a:prstGeom prst="rect">
            <a:avLst/>
          </a:prstGeom>
          <a:solidFill>
            <a:srgbClr val="0F0E0C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79408" y="4343400"/>
            <a:ext cx="182880" cy="18288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35440" y="4343400"/>
            <a:ext cx="914400" cy="45720"/>
          </a:xfrm>
          <a:prstGeom prst="rect">
            <a:avLst/>
          </a:prstGeom>
          <a:solidFill>
            <a:srgbClr val="8A8278"/>
          </a:solidFill>
          <a:ln w="12700">
            <a:solidFill>
              <a:srgbClr val="8A827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35440" y="4453128"/>
            <a:ext cx="640080" cy="36576"/>
          </a:xfrm>
          <a:prstGeom prst="rect">
            <a:avLst/>
          </a:prstGeom>
          <a:solidFill>
            <a:srgbClr val="5A544C"/>
          </a:solidFill>
          <a:ln w="12700">
            <a:solidFill>
              <a:srgbClr val="5A544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15400" y="4709160"/>
            <a:ext cx="1645920" cy="384048"/>
          </a:xfrm>
          <a:prstGeom prst="rect">
            <a:avLst/>
          </a:prstGeom>
          <a:solidFill>
            <a:srgbClr val="0F0E0C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79408" y="4800600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35440" y="4800600"/>
            <a:ext cx="914400" cy="45720"/>
          </a:xfrm>
          <a:prstGeom prst="rect">
            <a:avLst/>
          </a:prstGeom>
          <a:solidFill>
            <a:srgbClr val="8A8278"/>
          </a:solidFill>
          <a:ln w="12700">
            <a:solidFill>
              <a:srgbClr val="8A827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35440" y="4910328"/>
            <a:ext cx="640080" cy="36576"/>
          </a:xfrm>
          <a:prstGeom prst="rect">
            <a:avLst/>
          </a:prstGeom>
          <a:solidFill>
            <a:srgbClr val="5A544C"/>
          </a:solidFill>
          <a:ln w="12700">
            <a:solidFill>
              <a:srgbClr val="5A544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15400" y="5166360"/>
            <a:ext cx="1645920" cy="384048"/>
          </a:xfrm>
          <a:prstGeom prst="rect">
            <a:avLst/>
          </a:prstGeom>
          <a:solidFill>
            <a:srgbClr val="0F0E0C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79408" y="5257800"/>
            <a:ext cx="182880" cy="182880"/>
          </a:xfrm>
          <a:prstGeom prst="ellipse">
            <a:avLst/>
          </a:prstGeom>
          <a:solidFill>
            <a:srgbClr val="8A8278"/>
          </a:solidFill>
          <a:ln w="12700">
            <a:solidFill>
              <a:srgbClr val="8A82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35440" y="5257800"/>
            <a:ext cx="914400" cy="45720"/>
          </a:xfrm>
          <a:prstGeom prst="rect">
            <a:avLst/>
          </a:prstGeom>
          <a:solidFill>
            <a:srgbClr val="8A8278"/>
          </a:solidFill>
          <a:ln w="12700">
            <a:solidFill>
              <a:srgbClr val="8A82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35440" y="5367528"/>
            <a:ext cx="640080" cy="36576"/>
          </a:xfrm>
          <a:prstGeom prst="rect">
            <a:avLst/>
          </a:prstGeom>
          <a:solidFill>
            <a:srgbClr val="5A544C"/>
          </a:solidFill>
          <a:ln w="12700">
            <a:solidFill>
              <a:srgbClr val="5A54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0" y="6217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Mobile  ·  移动社区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66344"/>
            <a:ext cx="1097280" cy="0"/>
          </a:xfrm>
          <a:prstGeom prst="line">
            <a:avLst/>
          </a:prstGeom>
          <a:noFill/>
          <a:ln w="9525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A54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智联论坛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5A54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 ·  角色与权限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spc="400" kern="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角色与权限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572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97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8A827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三层权限  ·  JWT 跨服务  ·  路由守卫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828800" y="3657600"/>
            <a:ext cx="1005840" cy="1005840"/>
          </a:xfrm>
          <a:prstGeom prst="ellipse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657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5166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学生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5577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E9C4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5806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浏览 / 发帖 / 评论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6080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7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邀请码注册 · 每日发帖上限 · 个人主页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3657600"/>
            <a:ext cx="1005840" cy="1005840"/>
          </a:xfrm>
          <a:prstGeom prst="ellipse">
            <a:avLst/>
          </a:prstGeom>
          <a:solidFill>
            <a:srgbClr val="1A1814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657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572000" y="4892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5166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协会管理员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5577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E9C4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5806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内容审核 / 板块管理 / 用户封禁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6080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7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数据概览 · 系统配置 · 趋势统计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0" y="3657600"/>
            <a:ext cx="1005840" cy="1005840"/>
          </a:xfrm>
          <a:prstGeom prst="ellipse">
            <a:avLst/>
          </a:prstGeom>
          <a:solidFill>
            <a:srgbClr val="1A1814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3657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6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8229600" y="4892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E76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5166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中台管理员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29600" y="5577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E9C4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5806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邀请码 / 敏感词 / 角色权限分配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6080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7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全站治理 · 跨板块开关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66344"/>
            <a:ext cx="1097280" cy="0"/>
          </a:xfrm>
          <a:prstGeom prst="line">
            <a:avLst/>
          </a:prstGeom>
          <a:noFill/>
          <a:ln w="9525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A54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智联论坛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5A54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 ·  完整能力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spc="400" kern="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已上线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200" kern="0" dirty="0">
                <a:solidFill>
                  <a:srgbClr val="D9775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能力矩阵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4572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27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已部署到云端  ·  持续可访问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DEPLOYED  ·  CLOUD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27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前端  +  三微服务  +  三 Schema 数据库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27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Docker Compose 编排  ·  Nginx 路由收敛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1371600"/>
            <a:ext cx="155448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481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社区能力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0" y="2423160"/>
            <a:ext cx="109728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37744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4088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板块 / 帖子 / 评论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2926080"/>
            <a:ext cx="109728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8803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04088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点赞 / 收藏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3429000"/>
            <a:ext cx="109728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38328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0408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附件上传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3931920"/>
            <a:ext cx="109728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388620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4088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个人主页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49640" y="1371600"/>
            <a:ext cx="155448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1481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4964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治理能力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549640" y="2423160"/>
            <a:ext cx="109728" cy="10972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9640" y="237744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73252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内容审核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49640" y="2926080"/>
            <a:ext cx="109728" cy="10972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9640" y="28803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73252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用户封禁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49640" y="3429000"/>
            <a:ext cx="109728" cy="10972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9640" y="338328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7325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邀请码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49640" y="3931920"/>
            <a:ext cx="109728" cy="10972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49640" y="388620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73252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敏感词库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241280" y="1371600"/>
            <a:ext cx="1554480" cy="3657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0" y="1481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E76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2412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运营能力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241280" y="2423160"/>
            <a:ext cx="109728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41280" y="237744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42416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数据统计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241280" y="2926080"/>
            <a:ext cx="109728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41280" y="28803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42416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趋势分析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0241280" y="3429000"/>
            <a:ext cx="109728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241280" y="338328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4241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系统配置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241280" y="3931920"/>
            <a:ext cx="109728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241280" y="388620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42416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角色权限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85800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544C"/>
                </a:solidFill>
              </a:rPr>
              <a:t>在线访问  </a:t>
            </a:r>
            <a:pPr algn="l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http://122.51.233.225/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A54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466344"/>
            <a:ext cx="1097280" cy="0"/>
          </a:xfrm>
          <a:prstGeom prst="line">
            <a:avLst/>
          </a:prstGeom>
          <a:noFill/>
          <a:ln w="9525">
            <a:solidFill>
              <a:srgbClr val="E9C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0" b="1" spc="6000" kern="0" dirty="0">
                <a:solidFill>
                  <a:srgbClr val="F5F0E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谢  谢</a:t>
            </a:r>
            <a:endParaRPr lang="en-US" sz="16000" dirty="0"/>
          </a:p>
        </p:txBody>
      </p:sp>
      <p:sp>
        <p:nvSpPr>
          <p:cNvPr id="6" name="Shape 4"/>
          <p:cNvSpPr/>
          <p:nvPr/>
        </p:nvSpPr>
        <p:spPr>
          <a:xfrm>
            <a:off x="5852160" y="4480560"/>
            <a:ext cx="4572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400" kern="0" dirty="0">
                <a:solidFill>
                  <a:srgbClr val="8A8278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 &amp; A  ·  欢迎老师指正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5A544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智联论坛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智联论坛 · 老师介绍</dc:title>
  <dc:subject>PptxGenJS Presentation</dc:subject>
  <dc:creator>AI Forum Team</dc:creator>
  <cp:lastModifiedBy>AI Forum Team</cp:lastModifiedBy>
  <cp:revision>1</cp:revision>
  <dcterms:created xsi:type="dcterms:W3CDTF">2026-06-17T13:01:14Z</dcterms:created>
  <dcterms:modified xsi:type="dcterms:W3CDTF">2026-06-17T13:01:14Z</dcterms:modified>
</cp:coreProperties>
</file>