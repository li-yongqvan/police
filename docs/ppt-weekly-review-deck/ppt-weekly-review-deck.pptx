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**画面**：「复盘」；副标「本周 · 例会」。</a:t>
            </a:r>
          </a:p>
          <a:p/>
          <a:p>
            <a:r>
              <a:t>**口述**：  </a:t>
            </a:r>
          </a:p>
          <a:p>
            <a:r>
              <a:t>老师好，各位好。这周我向协会复盘两件事：一是汇报方式上的问题，二是协会接下来一个月要拿出去的两项成果。画面只留关键词，具体我口头说清楚。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**画面**：「没说清」；「做了什么 · 放在哪」。</a:t>
            </a:r>
          </a:p>
          <a:p/>
          <a:p>
            <a:r>
              <a:t>**口述**：  </a:t>
            </a:r>
          </a:p>
          <a:p>
            <a:r>
              <a:t>本周主要问题是汇报没说清楚。同事和老师听完，往往不知道我具体交付了什么，也不知道材料、代码或文档放在哪里对接。结果是同一件事要反复问、反复确认，沟通成本上去，整体效率下来。问题不在没做事，而在**表达和交付结构**不清晰。接下来我会按「做了什么、放在哪、怎么验证」三件事来汇报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**画面**：「两样」；「论坛 · 微电影 · 一月」；右下角极小「展示招人」。</a:t>
            </a:r>
          </a:p>
          <a:p/>
          <a:p>
            <a:r>
              <a:t>**口述**：  </a:t>
            </a:r>
          </a:p>
          <a:p>
            <a:r>
              <a:t>协会短期规划：一个月内集中做出**两个可展示成果**——一是 **AI 智联论坛**（可演示的社区 MVP，延续我们已在做的项目），二是 **AI 微电影**（成片或阶段性可展示版本，以协会最终口径为准）。先做出来，再在合适场合向学院同学展示，用成果引发兴趣、降低加入门槛，路径是：**成果 → 展示 → 兴趣 → 加入**。谢谢老师指导。</a:t>
            </a:r>
          </a:p>
          <a:p/>
          <a:p>
            <a:r>
              <a:t>---</a:t>
            </a:r>
          </a:p>
          <a:p/>
          <a:p>
            <a:r>
              <a:t>## 给设计 AI 的备注</a:t>
            </a:r>
          </a:p>
          <a:p/>
          <a:p>
            <a:r>
              <a:t>勿写 Git、端口号、文件名。暖色仅一处点缀，勿整页变暖色背景。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